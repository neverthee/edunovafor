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822960" y="1554480"/>
            <a:ext cx="10058400" cy="128016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868680" y="2926080"/>
            <a:ext cx="8046720" cy="73152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TOC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800">
                <a:solidFill>
                  <a:srgbClr val="252F40"/>
                </a:solidFill>
                <a:latin typeface="Microsoft YaHei"/>
                <a:ea typeface="Microsoft YaHei"/>
              </a:rPr>
              <a:t>TOC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Body"/>
          <p:cNvSpPr>
            <a:spLocks noGrp="1"/>
          </p:cNvSpPr>
          <p:nvPr>
            <p:ph idx="1"/>
          </p:nvPr>
        </p:nvSpPr>
        <p:spPr>
          <a:xfrm>
            <a:off x="868680" y="1417320"/>
            <a:ext cx="10378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2" name="Picture Left"/>
          <p:cNvSpPr>
            <a:spLocks noGrp="1"/>
          </p:cNvSpPr>
          <p:nvPr>
            <p:ph type="pic" idx="2"/>
          </p:nvPr>
        </p:nvSpPr>
        <p:spPr>
          <a:xfrm>
            <a:off x="64008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11" name="Content Right"/>
          <p:cNvSpPr>
            <a:spLocks noGrp="1"/>
          </p:cNvSpPr>
          <p:nvPr>
            <p:ph idx="1"/>
          </p:nvPr>
        </p:nvSpPr>
        <p:spPr>
          <a:xfrm>
            <a:off x="5486400" y="1417320"/>
            <a:ext cx="580644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Right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_im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Content Left"/>
          <p:cNvSpPr>
            <a:spLocks noGrp="1"/>
          </p:cNvSpPr>
          <p:nvPr>
            <p:ph idx="1"/>
          </p:nvPr>
        </p:nvSpPr>
        <p:spPr>
          <a:xfrm>
            <a:off x="731520" y="1417320"/>
            <a:ext cx="5669280" cy="41148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Content Left</a:t>
            </a:r>
          </a:p>
        </p:txBody>
      </p:sp>
      <p:sp>
        <p:nvSpPr>
          <p:cNvPr id="12" name="Picture Right"/>
          <p:cNvSpPr>
            <a:spLocks noGrp="1"/>
          </p:cNvSpPr>
          <p:nvPr>
            <p:ph type="pic" idx="2"/>
          </p:nvPr>
        </p:nvSpPr>
        <p:spPr>
          <a:xfrm>
            <a:off x="6949440" y="1417320"/>
            <a:ext cx="4572000" cy="384048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 idx="0"/>
          </p:nvPr>
        </p:nvSpPr>
        <p:spPr>
          <a:xfrm>
            <a:off x="822960" y="502920"/>
            <a:ext cx="8138160" cy="64008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b="1" sz="28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mmary Body"/>
          <p:cNvSpPr>
            <a:spLocks noGrp="1"/>
          </p:cNvSpPr>
          <p:nvPr>
            <p:ph idx="1"/>
          </p:nvPr>
        </p:nvSpPr>
        <p:spPr>
          <a:xfrm>
            <a:off x="822960" y="1463040"/>
            <a:ext cx="10424160" cy="4572000"/>
          </a:xfrm>
          <a:prstGeom prst="rect">
            <a:avLst/>
          </a:prstGeom>
        </p:spPr>
        <p:txBody>
          <a:bodyPr wrap="square" rtlCol="0"/>
          <a:lstStyle/>
          <a:p>
            <a:r>
              <a:rPr lang="zh-CN" altLang="en-US" sz="1700">
                <a:solidFill>
                  <a:srgbClr val="252F40"/>
                </a:solidFill>
                <a:latin typeface="Microsoft YaHei"/>
                <a:ea typeface="Microsoft YaHei"/>
              </a:rPr>
              <a:t>Summary Body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 idx="0"/>
          </p:nvPr>
        </p:nvSpPr>
        <p:spPr>
          <a:xfrm>
            <a:off x="1097280" y="2011680"/>
            <a:ext cx="9875520" cy="100584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b="1" sz="3000">
                <a:solidFill>
                  <a:srgbClr val="252F40"/>
                </a:solidFill>
                <a:latin typeface="Microsoft YaHei"/>
                <a:ea typeface="Microsoft YaHei"/>
              </a:rPr>
              <a:t>Title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1463040" y="3154680"/>
            <a:ext cx="9144000" cy="64008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zh-CN" altLang="en-US" sz="1800">
                <a:solidFill>
                  <a:srgbClr val="627089"/>
                </a:solidFill>
                <a:latin typeface="Microsoft YaHei"/>
                <a:ea typeface="Microsoft YaHe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